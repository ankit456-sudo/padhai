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A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" y="1097280"/>
            <a:ext cx="1645920" cy="1645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029200"/>
            <a:ext cx="1097280" cy="10972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Padh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A78BFA"/>
                </a:solidFill>
                <a:latin typeface="Calibr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4B5FD"/>
                </a:solidFill>
                <a:latin typeface="Calibri"/>
              </a:rPr>
              <a:t>Every focused minute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2E8F0"/>
                </a:solidFill>
                <a:latin typeface="Calibri"/>
              </a:rPr>
              <a:t>AI-Powered Study
Accountability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Calibri"/>
              </a:rPr>
              <a:t>MERN Stack  ·  TensorFlow.js  ·  Socket.io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657600"/>
            <a:ext cx="2194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G-52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657600"/>
            <a:ext cx="2194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MCA 2025-26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3657600"/>
            <a:ext cx="219456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7" y="3657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7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GLA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Supervisor: Mr. Mohd. Shavez  |  Dept. of Computer Engineering &amp; Applications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5212080"/>
            <a:ext cx="758952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TEAM  G-52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6235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Ankit Yadav · Ankit Saini · Shivam Chaudhary · Vanshika Goyal · Varchasv Pratap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Why students struggle with self-directed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53949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Phone Addiction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58568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Students check phones every 4–6 min on average during study sessions, losing deep focus.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53949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7830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Procrastination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58568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Without accountability, 70% of study time is lost to distraction and task-switching.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023360"/>
            <a:ext cx="53949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02336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97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Fake Study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73168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Traditional timers log ALL time — not just focused time — giving false productivity.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539496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02336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97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2976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773168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Students have zero data on WHEN and WHY they get distracted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PadhAI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 digital supervisor that transforms unfocused hours into deep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417320"/>
            <a:ext cx="4480560" cy="10058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5087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🤖  PadhAI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53035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👁️ Computer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564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TensorFlow.js monitors webcam for 5 distraction types in 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53035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754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⏱️ Smart Timer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1937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Socket.io pauses timer instantly on distraction — only genuine focus counted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53035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01752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🔔 Instant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564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Audio beep + visual warning fires within 1.5 seconds of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30352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75488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📊 Deep Work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1937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Per-session focus score, distraction log &amp; weekly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Modern, production-grade technologies chosen for performance and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685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92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55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9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NoSQL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Stores sessions, users, distraction logs with flexible schema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783080"/>
            <a:ext cx="6858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92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55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139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Backend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33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RESTful API with JWT auth, session routes and middleware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1783080"/>
            <a:ext cx="685800" cy="685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792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755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React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39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3FF"/>
                </a:solidFill>
                <a:latin typeface="Calibri"/>
              </a:rPr>
              <a:t>Frontend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33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Component-based UI with hooks, routing and real-time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0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069080"/>
            <a:ext cx="6858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41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Node.js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425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Runtime Environment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19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Scalable server hosting Express + Socket.io on a single 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840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069080"/>
            <a:ext cx="685800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078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041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TensorFlow.js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425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AI / Computer Vision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919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COCO-SSD model runs entirely in-browser — no cloud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840480"/>
            <a:ext cx="361188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4069080"/>
            <a:ext cx="685800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078224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0416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Socket.io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425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78BFA"/>
                </a:solidFill>
                <a:latin typeface="Calibri"/>
              </a:rPr>
              <a:t>Real-time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919472"/>
            <a:ext cx="3246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Bidirectional events pause/resume study timer in &lt;50ms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Three-tier MERN architecture with real-time Socket.io communication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5204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520440" cy="5669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🖥️  CLIENT (Browser)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React 18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TensorFlow.js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Socket.io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Webcam 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508760"/>
            <a:ext cx="35204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08760"/>
            <a:ext cx="3520440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60020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⚙️  SERVER (Node.js)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331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Express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2918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Socket.io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4251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JWT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212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Business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1508760"/>
            <a:ext cx="352044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1508760"/>
            <a:ext cx="352044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60020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🗄️  DATABASE (Mongo)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331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Users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32918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Sessions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42519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Distractions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52120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• Analytics agg.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0791" y="37490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425196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REST/WS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37490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  <a:latin typeface="Calibri"/>
              </a:rPr>
              <a:t>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4696" y="4251960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REST/WS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Distraction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TensorFlow.js COCO-SSD model — runs 100% in-browser, no server round-trip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965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664208"/>
            <a:ext cx="777240" cy="7772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68249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57860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Webcam
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Browser getUserMedia()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0632" y="1508760"/>
            <a:ext cx="1965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64992" y="1664208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68249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7860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TF.js
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COCO-SSD every 1.5s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508760"/>
            <a:ext cx="1965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2704" y="1664208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0136" y="168249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57860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Classify
Distraction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5 detection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6055" y="1508760"/>
            <a:ext cx="1965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0415" y="1664208"/>
            <a:ext cx="777240" cy="7772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168249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257860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Socket.io
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3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Emit to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3768" y="1508760"/>
            <a:ext cx="196596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68128" y="1664208"/>
            <a:ext cx="777240" cy="7772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1682496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496" y="2578608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Pause Timer
+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200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Audio + Visual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Detection Categories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17720"/>
            <a:ext cx="1965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617720"/>
            <a:ext cx="196596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73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📱 Phone Detected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70632" y="4617720"/>
            <a:ext cx="1965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70632" y="4617720"/>
            <a:ext cx="1965960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4773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👀 Face Away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38344" y="4617720"/>
            <a:ext cx="1965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38344" y="4617720"/>
            <a:ext cx="196596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4773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🗣️ Talking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06055" y="4617720"/>
            <a:ext cx="1965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06055" y="4617720"/>
            <a:ext cx="196596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3215" y="4773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🚫 Student Absent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73768" y="4617720"/>
            <a:ext cx="1965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73768" y="4617720"/>
            <a:ext cx="196596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0928" y="4773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👥 Multiple People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Everything a student needs to build elite focus habits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1508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099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Virtual Study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Webcam-based AI accountability session with real-time monitoring.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150876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50876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373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⏸️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17099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Smart Timer Pause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210312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Timer stops automatically on distraction. Only genuine focus time is logged.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4015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Audio Alert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947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Web Audio API generates instant beep sound on every distraction event.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79" y="320040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32004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342900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340156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Deep Work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37947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Weekly charts, subject breakdown, distraction pie chart and focus scores.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9204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92040"/>
            <a:ext cx="73152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20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09320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Streak 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4864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Daily login streak motivates consistent study habits over weeks/months.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4892040"/>
            <a:ext cx="5577840" cy="1508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79" y="4892040"/>
            <a:ext cx="73152" cy="1508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512064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509320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Secure Auth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19" y="54864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JWT-based login with bcrypt password hashing and protected API routes.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MongoDB collections with Mongoose schemas — flexible, scalable NoSQL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30352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30352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👤  User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2140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21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7977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77977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7977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unique, lowercase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381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43814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3814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bcrypt hashed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streak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0965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965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daily study streak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7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totalStudyMinutes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7548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Number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7548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all-time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132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lastStudyDate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41324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4132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for streak calc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508760"/>
            <a:ext cx="5577840" cy="4937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508760"/>
            <a:ext cx="557784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554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📚  StudySession Schema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121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121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ObjectId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121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ref: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76148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subject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76148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String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76148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401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goalMinutes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4015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Number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4015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target duration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0416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focusedSeconds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041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Number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4041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actual focus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68172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distractions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8172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[{type, time}]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468172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distraction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3218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focusScore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3218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Number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5321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0-100 quality 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9618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9618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Enum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59618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in_progress / completed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Our Team — Group G-52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MCA 2025-26  ·  Department of Computer Engineering &amp; Applications  ·  GLA University, Mathura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993392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801368"/>
            <a:ext cx="1143000" cy="11430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29384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Ankit Yadav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63FF"/>
                </a:solidFill>
                <a:latin typeface="Calibri"/>
              </a:rPr>
              <a:t>Backend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507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12584200030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Sec-D / 11  |  CPI 7.04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600200"/>
            <a:ext cx="1993392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0400" y="1801368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9544" y="1929384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Ankit Saini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Frontend 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40507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12584200028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4434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Sec-D / 10  |  CPI 7.33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4" y="1600200"/>
            <a:ext cx="1993392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68112" y="1801368"/>
            <a:ext cx="1143000" cy="1143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7256" y="1929384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3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Shivam Chaudhary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3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AI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3" y="40507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12584200175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3" y="4434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Sec-D / 40  |  CPI 7.58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6055" y="1600200"/>
            <a:ext cx="1993392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35823" y="1801368"/>
            <a:ext cx="1143000" cy="11430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7" y="1929384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Vanshika Goyal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F4444"/>
                </a:solidFill>
                <a:latin typeface="Calibri"/>
              </a:rPr>
              <a:t>UI/UX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40507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12584200203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7496" y="4434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Sec-D / 47  |  CPI 8.12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73768" y="1600200"/>
            <a:ext cx="1993392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03536" y="1801368"/>
            <a:ext cx="1143000" cy="1143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1929384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8" y="3081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Varchasv Pratap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8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78BFA"/>
                </a:solidFill>
                <a:latin typeface="Calibri"/>
              </a:rPr>
              <a:t>Database &amp;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5208" y="40507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12584200205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5208" y="44348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Sec-D / 48  |  CPI 6.57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035040"/>
            <a:ext cx="1124712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6035040"/>
            <a:ext cx="64008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🎓  Supervisor: Mr. Mohd. Shavez   |   Designation: Asst. Professor   |   Contact: 8960360768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Future
Scope &amp;
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840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78BFA"/>
                </a:solidFill>
                <a:latin typeface="Calibri"/>
              </a:rPr>
              <a:t>Building the future of
student productivity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05840"/>
            <a:ext cx="7498079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704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Facial Emotion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463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Detect stress/confusion and suggest breaks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7498079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677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94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Mobile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60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Native companion app with offline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200400"/>
            <a:ext cx="7498079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3649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91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Leaderboard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657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Group study competitions and peer accountability features.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297679"/>
            <a:ext cx="7498079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462271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38911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Pomodoro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75487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Built-in Pomodoro timer with AI-adjusted break intervals.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394960"/>
            <a:ext cx="7498079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55595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4864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Parent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852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Weekly focus report sent to parents/teachers via email.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